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s-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20" d="100"/>
          <a:sy n="120" d="100"/>
        </p:scale>
        <p:origin x="234" y="-5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A5B5C-3BD4-E16E-6412-81F1718477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PR"/>
          </a:p>
        </p:txBody>
      </p:sp>
      <p:sp>
        <p:nvSpPr>
          <p:cNvPr id="3" name="Subtitle 2">
            <a:extLst>
              <a:ext uri="{FF2B5EF4-FFF2-40B4-BE49-F238E27FC236}">
                <a16:creationId xmlns:a16="http://schemas.microsoft.com/office/drawing/2014/main" id="{86699B48-F3F4-7CFD-D3A0-CB3A5497CF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PR"/>
          </a:p>
        </p:txBody>
      </p:sp>
      <p:sp>
        <p:nvSpPr>
          <p:cNvPr id="4" name="Date Placeholder 3">
            <a:extLst>
              <a:ext uri="{FF2B5EF4-FFF2-40B4-BE49-F238E27FC236}">
                <a16:creationId xmlns:a16="http://schemas.microsoft.com/office/drawing/2014/main" id="{F478938E-7227-BE05-27F6-466A7DAD1FAF}"/>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5" name="Footer Placeholder 4">
            <a:extLst>
              <a:ext uri="{FF2B5EF4-FFF2-40B4-BE49-F238E27FC236}">
                <a16:creationId xmlns:a16="http://schemas.microsoft.com/office/drawing/2014/main" id="{8100865F-0DB2-5951-7DDB-6E3881FF13F9}"/>
              </a:ext>
            </a:extLst>
          </p:cNvPr>
          <p:cNvSpPr>
            <a:spLocks noGrp="1"/>
          </p:cNvSpPr>
          <p:nvPr>
            <p:ph type="ftr" sz="quarter" idx="11"/>
          </p:nvPr>
        </p:nvSpPr>
        <p:spPr/>
        <p:txBody>
          <a:bodyPr/>
          <a:lstStyle/>
          <a:p>
            <a:endParaRPr lang="es-PR"/>
          </a:p>
        </p:txBody>
      </p:sp>
      <p:sp>
        <p:nvSpPr>
          <p:cNvPr id="6" name="Slide Number Placeholder 5">
            <a:extLst>
              <a:ext uri="{FF2B5EF4-FFF2-40B4-BE49-F238E27FC236}">
                <a16:creationId xmlns:a16="http://schemas.microsoft.com/office/drawing/2014/main" id="{3B448DB4-E723-5A6B-8CBA-EB14607E7883}"/>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315686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F3236-A449-B9B7-B45F-9B7D947AD895}"/>
              </a:ext>
            </a:extLst>
          </p:cNvPr>
          <p:cNvSpPr>
            <a:spLocks noGrp="1"/>
          </p:cNvSpPr>
          <p:nvPr>
            <p:ph type="title"/>
          </p:nvPr>
        </p:nvSpPr>
        <p:spPr/>
        <p:txBody>
          <a:bodyPr/>
          <a:lstStyle/>
          <a:p>
            <a:r>
              <a:rPr lang="en-US"/>
              <a:t>Click to edit Master title style</a:t>
            </a:r>
            <a:endParaRPr lang="es-PR"/>
          </a:p>
        </p:txBody>
      </p:sp>
      <p:sp>
        <p:nvSpPr>
          <p:cNvPr id="3" name="Content Placeholder 2">
            <a:extLst>
              <a:ext uri="{FF2B5EF4-FFF2-40B4-BE49-F238E27FC236}">
                <a16:creationId xmlns:a16="http://schemas.microsoft.com/office/drawing/2014/main" id="{5F03BBB1-27A0-CC56-3B74-A6F560A089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4" name="Date Placeholder 3">
            <a:extLst>
              <a:ext uri="{FF2B5EF4-FFF2-40B4-BE49-F238E27FC236}">
                <a16:creationId xmlns:a16="http://schemas.microsoft.com/office/drawing/2014/main" id="{B42820B6-C95C-2A19-F59E-3672B50A56DE}"/>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5" name="Footer Placeholder 4">
            <a:extLst>
              <a:ext uri="{FF2B5EF4-FFF2-40B4-BE49-F238E27FC236}">
                <a16:creationId xmlns:a16="http://schemas.microsoft.com/office/drawing/2014/main" id="{D884DEE6-339A-5DEA-C60F-729709205D50}"/>
              </a:ext>
            </a:extLst>
          </p:cNvPr>
          <p:cNvSpPr>
            <a:spLocks noGrp="1"/>
          </p:cNvSpPr>
          <p:nvPr>
            <p:ph type="ftr" sz="quarter" idx="11"/>
          </p:nvPr>
        </p:nvSpPr>
        <p:spPr/>
        <p:txBody>
          <a:bodyPr/>
          <a:lstStyle/>
          <a:p>
            <a:endParaRPr lang="es-PR"/>
          </a:p>
        </p:txBody>
      </p:sp>
      <p:sp>
        <p:nvSpPr>
          <p:cNvPr id="6" name="Slide Number Placeholder 5">
            <a:extLst>
              <a:ext uri="{FF2B5EF4-FFF2-40B4-BE49-F238E27FC236}">
                <a16:creationId xmlns:a16="http://schemas.microsoft.com/office/drawing/2014/main" id="{7A123A8F-129D-F4E4-B524-D58C89248923}"/>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2662495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DD04-CC14-26B1-97F7-CA2A7F0A76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PR"/>
          </a:p>
        </p:txBody>
      </p:sp>
      <p:sp>
        <p:nvSpPr>
          <p:cNvPr id="3" name="Text Placeholder 2">
            <a:extLst>
              <a:ext uri="{FF2B5EF4-FFF2-40B4-BE49-F238E27FC236}">
                <a16:creationId xmlns:a16="http://schemas.microsoft.com/office/drawing/2014/main" id="{38708A5D-3BBA-B430-FE89-3310F5670E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67EFD6-BB3C-BD88-FD5A-0E6481E2C55B}"/>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5" name="Footer Placeholder 4">
            <a:extLst>
              <a:ext uri="{FF2B5EF4-FFF2-40B4-BE49-F238E27FC236}">
                <a16:creationId xmlns:a16="http://schemas.microsoft.com/office/drawing/2014/main" id="{D34E9035-F97D-9ABC-2FF3-46C042B2F736}"/>
              </a:ext>
            </a:extLst>
          </p:cNvPr>
          <p:cNvSpPr>
            <a:spLocks noGrp="1"/>
          </p:cNvSpPr>
          <p:nvPr>
            <p:ph type="ftr" sz="quarter" idx="11"/>
          </p:nvPr>
        </p:nvSpPr>
        <p:spPr/>
        <p:txBody>
          <a:bodyPr/>
          <a:lstStyle/>
          <a:p>
            <a:endParaRPr lang="es-PR"/>
          </a:p>
        </p:txBody>
      </p:sp>
      <p:sp>
        <p:nvSpPr>
          <p:cNvPr id="6" name="Slide Number Placeholder 5">
            <a:extLst>
              <a:ext uri="{FF2B5EF4-FFF2-40B4-BE49-F238E27FC236}">
                <a16:creationId xmlns:a16="http://schemas.microsoft.com/office/drawing/2014/main" id="{64DD2040-4E52-0A99-5B0C-72B19D2B4F86}"/>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2005536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1BB77-97E0-3B45-7214-1F16FD03A27A}"/>
              </a:ext>
            </a:extLst>
          </p:cNvPr>
          <p:cNvSpPr>
            <a:spLocks noGrp="1"/>
          </p:cNvSpPr>
          <p:nvPr>
            <p:ph type="title"/>
          </p:nvPr>
        </p:nvSpPr>
        <p:spPr/>
        <p:txBody>
          <a:bodyPr/>
          <a:lstStyle/>
          <a:p>
            <a:r>
              <a:rPr lang="en-US"/>
              <a:t>Click to edit Master title style</a:t>
            </a:r>
            <a:endParaRPr lang="es-PR"/>
          </a:p>
        </p:txBody>
      </p:sp>
      <p:sp>
        <p:nvSpPr>
          <p:cNvPr id="3" name="Content Placeholder 2">
            <a:extLst>
              <a:ext uri="{FF2B5EF4-FFF2-40B4-BE49-F238E27FC236}">
                <a16:creationId xmlns:a16="http://schemas.microsoft.com/office/drawing/2014/main" id="{E5F6E9D2-4C90-961F-C1CF-FE34355E6A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4" name="Content Placeholder 3">
            <a:extLst>
              <a:ext uri="{FF2B5EF4-FFF2-40B4-BE49-F238E27FC236}">
                <a16:creationId xmlns:a16="http://schemas.microsoft.com/office/drawing/2014/main" id="{C9B3F21C-D8B0-73A6-DC7D-F6BF71F5B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5" name="Date Placeholder 4">
            <a:extLst>
              <a:ext uri="{FF2B5EF4-FFF2-40B4-BE49-F238E27FC236}">
                <a16:creationId xmlns:a16="http://schemas.microsoft.com/office/drawing/2014/main" id="{7A2B4557-1738-DD07-5C8E-45E184B55786}"/>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6" name="Footer Placeholder 5">
            <a:extLst>
              <a:ext uri="{FF2B5EF4-FFF2-40B4-BE49-F238E27FC236}">
                <a16:creationId xmlns:a16="http://schemas.microsoft.com/office/drawing/2014/main" id="{93CDCFAB-1F86-8DD5-81C0-D3D3BC32EA86}"/>
              </a:ext>
            </a:extLst>
          </p:cNvPr>
          <p:cNvSpPr>
            <a:spLocks noGrp="1"/>
          </p:cNvSpPr>
          <p:nvPr>
            <p:ph type="ftr" sz="quarter" idx="11"/>
          </p:nvPr>
        </p:nvSpPr>
        <p:spPr/>
        <p:txBody>
          <a:bodyPr/>
          <a:lstStyle/>
          <a:p>
            <a:endParaRPr lang="es-PR"/>
          </a:p>
        </p:txBody>
      </p:sp>
      <p:sp>
        <p:nvSpPr>
          <p:cNvPr id="7" name="Slide Number Placeholder 6">
            <a:extLst>
              <a:ext uri="{FF2B5EF4-FFF2-40B4-BE49-F238E27FC236}">
                <a16:creationId xmlns:a16="http://schemas.microsoft.com/office/drawing/2014/main" id="{22FAD891-9C79-F98D-C39C-CA0CDF33FC45}"/>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238281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560DC-F2A1-21D0-9B31-7CA8B99E540F}"/>
              </a:ext>
            </a:extLst>
          </p:cNvPr>
          <p:cNvSpPr>
            <a:spLocks noGrp="1"/>
          </p:cNvSpPr>
          <p:nvPr>
            <p:ph type="title"/>
          </p:nvPr>
        </p:nvSpPr>
        <p:spPr>
          <a:xfrm>
            <a:off x="839788" y="365125"/>
            <a:ext cx="10515600" cy="1325563"/>
          </a:xfrm>
        </p:spPr>
        <p:txBody>
          <a:bodyPr/>
          <a:lstStyle/>
          <a:p>
            <a:r>
              <a:rPr lang="en-US"/>
              <a:t>Click to edit Master title style</a:t>
            </a:r>
            <a:endParaRPr lang="es-PR"/>
          </a:p>
        </p:txBody>
      </p:sp>
      <p:sp>
        <p:nvSpPr>
          <p:cNvPr id="3" name="Text Placeholder 2">
            <a:extLst>
              <a:ext uri="{FF2B5EF4-FFF2-40B4-BE49-F238E27FC236}">
                <a16:creationId xmlns:a16="http://schemas.microsoft.com/office/drawing/2014/main" id="{C255E9A0-39D0-B17A-53EB-2CA8640388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9808DC-BEE4-7B8B-01BB-91B3745049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5" name="Text Placeholder 4">
            <a:extLst>
              <a:ext uri="{FF2B5EF4-FFF2-40B4-BE49-F238E27FC236}">
                <a16:creationId xmlns:a16="http://schemas.microsoft.com/office/drawing/2014/main" id="{381FFC1C-7FB3-3A39-E8DE-911EC17106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19C829-CAAB-EC3E-2F81-41FB818307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7" name="Date Placeholder 6">
            <a:extLst>
              <a:ext uri="{FF2B5EF4-FFF2-40B4-BE49-F238E27FC236}">
                <a16:creationId xmlns:a16="http://schemas.microsoft.com/office/drawing/2014/main" id="{954A50E2-38EC-2D83-E1F4-7625A4F6ED78}"/>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8" name="Footer Placeholder 7">
            <a:extLst>
              <a:ext uri="{FF2B5EF4-FFF2-40B4-BE49-F238E27FC236}">
                <a16:creationId xmlns:a16="http://schemas.microsoft.com/office/drawing/2014/main" id="{38A1ED02-1C73-3D76-E1B2-9345EC5E57EA}"/>
              </a:ext>
            </a:extLst>
          </p:cNvPr>
          <p:cNvSpPr>
            <a:spLocks noGrp="1"/>
          </p:cNvSpPr>
          <p:nvPr>
            <p:ph type="ftr" sz="quarter" idx="11"/>
          </p:nvPr>
        </p:nvSpPr>
        <p:spPr/>
        <p:txBody>
          <a:bodyPr/>
          <a:lstStyle/>
          <a:p>
            <a:endParaRPr lang="es-PR"/>
          </a:p>
        </p:txBody>
      </p:sp>
      <p:sp>
        <p:nvSpPr>
          <p:cNvPr id="9" name="Slide Number Placeholder 8">
            <a:extLst>
              <a:ext uri="{FF2B5EF4-FFF2-40B4-BE49-F238E27FC236}">
                <a16:creationId xmlns:a16="http://schemas.microsoft.com/office/drawing/2014/main" id="{7E5FF90F-0F64-7CC2-E8AA-7F1900E9B45E}"/>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46244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60E8E-9E20-3707-E950-C0944C7E605A}"/>
              </a:ext>
            </a:extLst>
          </p:cNvPr>
          <p:cNvSpPr>
            <a:spLocks noGrp="1"/>
          </p:cNvSpPr>
          <p:nvPr>
            <p:ph type="title"/>
          </p:nvPr>
        </p:nvSpPr>
        <p:spPr/>
        <p:txBody>
          <a:bodyPr/>
          <a:lstStyle/>
          <a:p>
            <a:r>
              <a:rPr lang="en-US"/>
              <a:t>Click to edit Master title style</a:t>
            </a:r>
            <a:endParaRPr lang="es-PR"/>
          </a:p>
        </p:txBody>
      </p:sp>
      <p:sp>
        <p:nvSpPr>
          <p:cNvPr id="3" name="Date Placeholder 2">
            <a:extLst>
              <a:ext uri="{FF2B5EF4-FFF2-40B4-BE49-F238E27FC236}">
                <a16:creationId xmlns:a16="http://schemas.microsoft.com/office/drawing/2014/main" id="{4ACBFC6B-B955-58FB-0CF7-6436AFBEEFAE}"/>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4" name="Footer Placeholder 3">
            <a:extLst>
              <a:ext uri="{FF2B5EF4-FFF2-40B4-BE49-F238E27FC236}">
                <a16:creationId xmlns:a16="http://schemas.microsoft.com/office/drawing/2014/main" id="{462D178B-74E3-0AE6-9559-D22791B39AF9}"/>
              </a:ext>
            </a:extLst>
          </p:cNvPr>
          <p:cNvSpPr>
            <a:spLocks noGrp="1"/>
          </p:cNvSpPr>
          <p:nvPr>
            <p:ph type="ftr" sz="quarter" idx="11"/>
          </p:nvPr>
        </p:nvSpPr>
        <p:spPr/>
        <p:txBody>
          <a:bodyPr/>
          <a:lstStyle/>
          <a:p>
            <a:endParaRPr lang="es-PR"/>
          </a:p>
        </p:txBody>
      </p:sp>
      <p:sp>
        <p:nvSpPr>
          <p:cNvPr id="5" name="Slide Number Placeholder 4">
            <a:extLst>
              <a:ext uri="{FF2B5EF4-FFF2-40B4-BE49-F238E27FC236}">
                <a16:creationId xmlns:a16="http://schemas.microsoft.com/office/drawing/2014/main" id="{74C6B5BD-7D37-7EEE-4EE8-A3AFBD6EA840}"/>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349852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D00DF7-B839-DF3F-0712-D2EB7914486B}"/>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3" name="Footer Placeholder 2">
            <a:extLst>
              <a:ext uri="{FF2B5EF4-FFF2-40B4-BE49-F238E27FC236}">
                <a16:creationId xmlns:a16="http://schemas.microsoft.com/office/drawing/2014/main" id="{7A6E6A7E-8B78-63F2-50CD-5ECDFF395919}"/>
              </a:ext>
            </a:extLst>
          </p:cNvPr>
          <p:cNvSpPr>
            <a:spLocks noGrp="1"/>
          </p:cNvSpPr>
          <p:nvPr>
            <p:ph type="ftr" sz="quarter" idx="11"/>
          </p:nvPr>
        </p:nvSpPr>
        <p:spPr/>
        <p:txBody>
          <a:bodyPr/>
          <a:lstStyle/>
          <a:p>
            <a:endParaRPr lang="es-PR"/>
          </a:p>
        </p:txBody>
      </p:sp>
      <p:sp>
        <p:nvSpPr>
          <p:cNvPr id="4" name="Slide Number Placeholder 3">
            <a:extLst>
              <a:ext uri="{FF2B5EF4-FFF2-40B4-BE49-F238E27FC236}">
                <a16:creationId xmlns:a16="http://schemas.microsoft.com/office/drawing/2014/main" id="{8ACBDF9A-29EE-27F3-01CB-AF09E90AF855}"/>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1045400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3F631-69BB-B3A6-B335-4189C9A366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PR"/>
          </a:p>
        </p:txBody>
      </p:sp>
      <p:sp>
        <p:nvSpPr>
          <p:cNvPr id="3" name="Content Placeholder 2">
            <a:extLst>
              <a:ext uri="{FF2B5EF4-FFF2-40B4-BE49-F238E27FC236}">
                <a16:creationId xmlns:a16="http://schemas.microsoft.com/office/drawing/2014/main" id="{61F5E543-6C81-923F-C725-444117FAD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4" name="Text Placeholder 3">
            <a:extLst>
              <a:ext uri="{FF2B5EF4-FFF2-40B4-BE49-F238E27FC236}">
                <a16:creationId xmlns:a16="http://schemas.microsoft.com/office/drawing/2014/main" id="{EB13ECCA-D2D0-BCB5-26ED-8F5CFBFDE4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284846-A0B6-011E-9C80-4A69D578C915}"/>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6" name="Footer Placeholder 5">
            <a:extLst>
              <a:ext uri="{FF2B5EF4-FFF2-40B4-BE49-F238E27FC236}">
                <a16:creationId xmlns:a16="http://schemas.microsoft.com/office/drawing/2014/main" id="{2D5110D0-091D-A455-BCE7-611483B18BF2}"/>
              </a:ext>
            </a:extLst>
          </p:cNvPr>
          <p:cNvSpPr>
            <a:spLocks noGrp="1"/>
          </p:cNvSpPr>
          <p:nvPr>
            <p:ph type="ftr" sz="quarter" idx="11"/>
          </p:nvPr>
        </p:nvSpPr>
        <p:spPr/>
        <p:txBody>
          <a:bodyPr/>
          <a:lstStyle/>
          <a:p>
            <a:endParaRPr lang="es-PR"/>
          </a:p>
        </p:txBody>
      </p:sp>
      <p:sp>
        <p:nvSpPr>
          <p:cNvPr id="7" name="Slide Number Placeholder 6">
            <a:extLst>
              <a:ext uri="{FF2B5EF4-FFF2-40B4-BE49-F238E27FC236}">
                <a16:creationId xmlns:a16="http://schemas.microsoft.com/office/drawing/2014/main" id="{45259202-8FC1-F05B-CDD3-08E6AD7F7910}"/>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2315533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97370-049D-58FB-E869-7A9B06DA04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PR"/>
          </a:p>
        </p:txBody>
      </p:sp>
      <p:sp>
        <p:nvSpPr>
          <p:cNvPr id="3" name="Picture Placeholder 2">
            <a:extLst>
              <a:ext uri="{FF2B5EF4-FFF2-40B4-BE49-F238E27FC236}">
                <a16:creationId xmlns:a16="http://schemas.microsoft.com/office/drawing/2014/main" id="{E647099A-1D6B-220C-B09F-6370A133E2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R"/>
          </a:p>
        </p:txBody>
      </p:sp>
      <p:sp>
        <p:nvSpPr>
          <p:cNvPr id="4" name="Text Placeholder 3">
            <a:extLst>
              <a:ext uri="{FF2B5EF4-FFF2-40B4-BE49-F238E27FC236}">
                <a16:creationId xmlns:a16="http://schemas.microsoft.com/office/drawing/2014/main" id="{DF403470-3D5F-FB41-5339-5C6D3276C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4C673F-BA72-572E-F430-114AD69A700B}"/>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6" name="Footer Placeholder 5">
            <a:extLst>
              <a:ext uri="{FF2B5EF4-FFF2-40B4-BE49-F238E27FC236}">
                <a16:creationId xmlns:a16="http://schemas.microsoft.com/office/drawing/2014/main" id="{DA10A46E-2AE6-8D31-AAA5-9B05F6389E63}"/>
              </a:ext>
            </a:extLst>
          </p:cNvPr>
          <p:cNvSpPr>
            <a:spLocks noGrp="1"/>
          </p:cNvSpPr>
          <p:nvPr>
            <p:ph type="ftr" sz="quarter" idx="11"/>
          </p:nvPr>
        </p:nvSpPr>
        <p:spPr/>
        <p:txBody>
          <a:bodyPr/>
          <a:lstStyle/>
          <a:p>
            <a:endParaRPr lang="es-PR"/>
          </a:p>
        </p:txBody>
      </p:sp>
      <p:sp>
        <p:nvSpPr>
          <p:cNvPr id="7" name="Slide Number Placeholder 6">
            <a:extLst>
              <a:ext uri="{FF2B5EF4-FFF2-40B4-BE49-F238E27FC236}">
                <a16:creationId xmlns:a16="http://schemas.microsoft.com/office/drawing/2014/main" id="{C3F38FB3-DD32-27F3-2CC7-5F04880B3AFF}"/>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2289041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5BF1F-0670-2165-CF57-91902C16E6C5}"/>
              </a:ext>
            </a:extLst>
          </p:cNvPr>
          <p:cNvSpPr>
            <a:spLocks noGrp="1"/>
          </p:cNvSpPr>
          <p:nvPr>
            <p:ph type="title"/>
          </p:nvPr>
        </p:nvSpPr>
        <p:spPr/>
        <p:txBody>
          <a:bodyPr/>
          <a:lstStyle/>
          <a:p>
            <a:r>
              <a:rPr lang="en-US"/>
              <a:t>Click to edit Master title style</a:t>
            </a:r>
            <a:endParaRPr lang="es-PR"/>
          </a:p>
        </p:txBody>
      </p:sp>
      <p:sp>
        <p:nvSpPr>
          <p:cNvPr id="3" name="Vertical Text Placeholder 2">
            <a:extLst>
              <a:ext uri="{FF2B5EF4-FFF2-40B4-BE49-F238E27FC236}">
                <a16:creationId xmlns:a16="http://schemas.microsoft.com/office/drawing/2014/main" id="{C2E8FE40-4DCE-7FB6-09F1-D04A8E5F1C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4" name="Date Placeholder 3">
            <a:extLst>
              <a:ext uri="{FF2B5EF4-FFF2-40B4-BE49-F238E27FC236}">
                <a16:creationId xmlns:a16="http://schemas.microsoft.com/office/drawing/2014/main" id="{D166F1ED-A86C-E7DC-2B15-1D5CB7961640}"/>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5" name="Footer Placeholder 4">
            <a:extLst>
              <a:ext uri="{FF2B5EF4-FFF2-40B4-BE49-F238E27FC236}">
                <a16:creationId xmlns:a16="http://schemas.microsoft.com/office/drawing/2014/main" id="{7ABAE67B-1EB0-B15C-24CB-DCB3739568AA}"/>
              </a:ext>
            </a:extLst>
          </p:cNvPr>
          <p:cNvSpPr>
            <a:spLocks noGrp="1"/>
          </p:cNvSpPr>
          <p:nvPr>
            <p:ph type="ftr" sz="quarter" idx="11"/>
          </p:nvPr>
        </p:nvSpPr>
        <p:spPr/>
        <p:txBody>
          <a:bodyPr/>
          <a:lstStyle/>
          <a:p>
            <a:endParaRPr lang="es-PR"/>
          </a:p>
        </p:txBody>
      </p:sp>
      <p:sp>
        <p:nvSpPr>
          <p:cNvPr id="6" name="Slide Number Placeholder 5">
            <a:extLst>
              <a:ext uri="{FF2B5EF4-FFF2-40B4-BE49-F238E27FC236}">
                <a16:creationId xmlns:a16="http://schemas.microsoft.com/office/drawing/2014/main" id="{BB5EB1BD-7769-752D-6559-B8F35D7F214C}"/>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258387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8EA849-A828-792D-1D51-089786D6F2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PR"/>
          </a:p>
        </p:txBody>
      </p:sp>
      <p:sp>
        <p:nvSpPr>
          <p:cNvPr id="3" name="Vertical Text Placeholder 2">
            <a:extLst>
              <a:ext uri="{FF2B5EF4-FFF2-40B4-BE49-F238E27FC236}">
                <a16:creationId xmlns:a16="http://schemas.microsoft.com/office/drawing/2014/main" id="{93D07BA6-F611-CED2-DCC2-6F6912483B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4" name="Date Placeholder 3">
            <a:extLst>
              <a:ext uri="{FF2B5EF4-FFF2-40B4-BE49-F238E27FC236}">
                <a16:creationId xmlns:a16="http://schemas.microsoft.com/office/drawing/2014/main" id="{E73B4DE2-28B0-1CB3-F05D-28CEC6EBBD10}"/>
              </a:ext>
            </a:extLst>
          </p:cNvPr>
          <p:cNvSpPr>
            <a:spLocks noGrp="1"/>
          </p:cNvSpPr>
          <p:nvPr>
            <p:ph type="dt" sz="half" idx="10"/>
          </p:nvPr>
        </p:nvSpPr>
        <p:spPr/>
        <p:txBody>
          <a:bodyPr/>
          <a:lstStyle/>
          <a:p>
            <a:fld id="{62A02433-81E4-4792-B558-43D2A4C6D48F}" type="datetimeFigureOut">
              <a:rPr lang="es-PR" smtClean="0"/>
              <a:t>03/26/2025</a:t>
            </a:fld>
            <a:endParaRPr lang="es-PR"/>
          </a:p>
        </p:txBody>
      </p:sp>
      <p:sp>
        <p:nvSpPr>
          <p:cNvPr id="5" name="Footer Placeholder 4">
            <a:extLst>
              <a:ext uri="{FF2B5EF4-FFF2-40B4-BE49-F238E27FC236}">
                <a16:creationId xmlns:a16="http://schemas.microsoft.com/office/drawing/2014/main" id="{0B5E37B1-B7C2-F6D0-0AC2-07604DEF371E}"/>
              </a:ext>
            </a:extLst>
          </p:cNvPr>
          <p:cNvSpPr>
            <a:spLocks noGrp="1"/>
          </p:cNvSpPr>
          <p:nvPr>
            <p:ph type="ftr" sz="quarter" idx="11"/>
          </p:nvPr>
        </p:nvSpPr>
        <p:spPr/>
        <p:txBody>
          <a:bodyPr/>
          <a:lstStyle/>
          <a:p>
            <a:endParaRPr lang="es-PR"/>
          </a:p>
        </p:txBody>
      </p:sp>
      <p:sp>
        <p:nvSpPr>
          <p:cNvPr id="6" name="Slide Number Placeholder 5">
            <a:extLst>
              <a:ext uri="{FF2B5EF4-FFF2-40B4-BE49-F238E27FC236}">
                <a16:creationId xmlns:a16="http://schemas.microsoft.com/office/drawing/2014/main" id="{BA79EDF6-F9D8-DA67-DDAA-69346CCBF78C}"/>
              </a:ext>
            </a:extLst>
          </p:cNvPr>
          <p:cNvSpPr>
            <a:spLocks noGrp="1"/>
          </p:cNvSpPr>
          <p:nvPr>
            <p:ph type="sldNum" sz="quarter" idx="12"/>
          </p:nvPr>
        </p:nvSpPr>
        <p:spPr/>
        <p:txBody>
          <a:bodyPr/>
          <a:lstStyle/>
          <a:p>
            <a:fld id="{79543EAA-0700-45EA-8B46-9D00005D6408}" type="slidenum">
              <a:rPr lang="es-PR" smtClean="0"/>
              <a:t>‹#›</a:t>
            </a:fld>
            <a:endParaRPr lang="es-PR"/>
          </a:p>
        </p:txBody>
      </p:sp>
    </p:spTree>
    <p:extLst>
      <p:ext uri="{BB962C8B-B14F-4D97-AF65-F5344CB8AC3E}">
        <p14:creationId xmlns:p14="http://schemas.microsoft.com/office/powerpoint/2010/main" val="2297273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F35865-C4E3-1915-DF05-1D6422BA7C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PR"/>
          </a:p>
        </p:txBody>
      </p:sp>
      <p:sp>
        <p:nvSpPr>
          <p:cNvPr id="3" name="Text Placeholder 2">
            <a:extLst>
              <a:ext uri="{FF2B5EF4-FFF2-40B4-BE49-F238E27FC236}">
                <a16:creationId xmlns:a16="http://schemas.microsoft.com/office/drawing/2014/main" id="{924BE63F-14A9-AF9E-A7F5-D1BF9CE03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R"/>
          </a:p>
        </p:txBody>
      </p:sp>
      <p:sp>
        <p:nvSpPr>
          <p:cNvPr id="4" name="Date Placeholder 3">
            <a:extLst>
              <a:ext uri="{FF2B5EF4-FFF2-40B4-BE49-F238E27FC236}">
                <a16:creationId xmlns:a16="http://schemas.microsoft.com/office/drawing/2014/main" id="{01273575-7F02-B64A-64B3-4D6CB86341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A02433-81E4-4792-B558-43D2A4C6D48F}" type="datetimeFigureOut">
              <a:rPr lang="es-PR" smtClean="0"/>
              <a:t>03/26/2025</a:t>
            </a:fld>
            <a:endParaRPr lang="es-PR"/>
          </a:p>
        </p:txBody>
      </p:sp>
      <p:sp>
        <p:nvSpPr>
          <p:cNvPr id="5" name="Footer Placeholder 4">
            <a:extLst>
              <a:ext uri="{FF2B5EF4-FFF2-40B4-BE49-F238E27FC236}">
                <a16:creationId xmlns:a16="http://schemas.microsoft.com/office/drawing/2014/main" id="{3541B6C8-9E11-3D2F-D77E-251BF28B8A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R"/>
          </a:p>
        </p:txBody>
      </p:sp>
      <p:sp>
        <p:nvSpPr>
          <p:cNvPr id="6" name="Slide Number Placeholder 5">
            <a:extLst>
              <a:ext uri="{FF2B5EF4-FFF2-40B4-BE49-F238E27FC236}">
                <a16:creationId xmlns:a16="http://schemas.microsoft.com/office/drawing/2014/main" id="{EB23C912-5A7A-D7F0-EBA5-52E04E83D3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543EAA-0700-45EA-8B46-9D00005D6408}" type="slidenum">
              <a:rPr lang="es-PR" smtClean="0"/>
              <a:t>‹#›</a:t>
            </a:fld>
            <a:endParaRPr lang="es-PR"/>
          </a:p>
        </p:txBody>
      </p:sp>
    </p:spTree>
    <p:extLst>
      <p:ext uri="{BB962C8B-B14F-4D97-AF65-F5344CB8AC3E}">
        <p14:creationId xmlns:p14="http://schemas.microsoft.com/office/powerpoint/2010/main" val="4204976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BB668B1-698E-CF4A-E8F3-3371FFAE3AA1}"/>
              </a:ext>
            </a:extLst>
          </p:cNvPr>
          <p:cNvSpPr>
            <a:spLocks noGrp="1"/>
          </p:cNvSpPr>
          <p:nvPr>
            <p:ph type="subTitle" idx="1"/>
          </p:nvPr>
        </p:nvSpPr>
        <p:spPr>
          <a:xfrm>
            <a:off x="657307" y="222733"/>
            <a:ext cx="11269649" cy="5056934"/>
          </a:xfrm>
        </p:spPr>
        <p:txBody>
          <a:bodyPr>
            <a:normAutofit fontScale="92500" lnSpcReduction="20000"/>
          </a:bodyPr>
          <a:lstStyle/>
          <a:p>
            <a:pPr algn="l"/>
            <a:r>
              <a:rPr lang="en-US" sz="2800" dirty="0"/>
              <a:t>Making Animations and Transitions Automatically</a:t>
            </a:r>
          </a:p>
          <a:p>
            <a:pPr marL="457200" indent="-457200" algn="l">
              <a:buFont typeface="Arial" panose="020B0604020202020204" pitchFamily="34" charset="0"/>
              <a:buChar char="•"/>
            </a:pPr>
            <a:r>
              <a:rPr lang="en-US" sz="2800" dirty="0"/>
              <a:t>Transitions</a:t>
            </a:r>
          </a:p>
          <a:p>
            <a:pPr marL="914400" lvl="1" indent="-457200" algn="l">
              <a:buFont typeface="Arial" panose="020B0604020202020204" pitchFamily="34" charset="0"/>
              <a:buChar char="•"/>
            </a:pPr>
            <a:r>
              <a:rPr lang="en-US" sz="2400" dirty="0"/>
              <a:t>In the Transitions tab you can select how the slide advances, you have to go to the last section in the tab where it says “Advance Slide” and uncheck the Mouse click box and check the “After” box. This will make the slide Transition after the seconds you tell you it.</a:t>
            </a:r>
          </a:p>
          <a:p>
            <a:pPr marL="457200" indent="-457200" algn="l">
              <a:buFont typeface="Arial" panose="020B0604020202020204" pitchFamily="34" charset="0"/>
              <a:buChar char="•"/>
            </a:pPr>
            <a:r>
              <a:rPr lang="en-US" sz="2800" dirty="0"/>
              <a:t>Animations</a:t>
            </a:r>
          </a:p>
          <a:p>
            <a:pPr marL="914400" lvl="1" indent="-457200" algn="l">
              <a:buFont typeface="Arial" panose="020B0604020202020204" pitchFamily="34" charset="0"/>
              <a:buChar char="•"/>
            </a:pPr>
            <a:r>
              <a:rPr lang="en-US" sz="2400" dirty="0"/>
              <a:t>In the Animations tab you can make animations start automatically by selecting how they start in the timing section of the tab. The “Start” drop down will have 3 options, by default its always “on click”, but can be switched to “With Previous” or “After Previous”. </a:t>
            </a:r>
          </a:p>
          <a:p>
            <a:pPr marL="1371600" lvl="2" indent="-457200" algn="l">
              <a:buFont typeface="Arial" panose="020B0604020202020204" pitchFamily="34" charset="0"/>
              <a:buChar char="•"/>
            </a:pPr>
            <a:r>
              <a:rPr lang="en-US" sz="2200" dirty="0"/>
              <a:t>With Previous – Makes the Animation start at the same time as Previous animation or sound, if the first animation on the animation pane has this option, then it will start automatically.</a:t>
            </a:r>
          </a:p>
          <a:p>
            <a:pPr marL="1371600" lvl="2" indent="-457200" algn="l">
              <a:buFont typeface="Arial" panose="020B0604020202020204" pitchFamily="34" charset="0"/>
              <a:buChar char="•"/>
            </a:pPr>
            <a:r>
              <a:rPr lang="en-US" sz="2200" dirty="0"/>
              <a:t>After Previous – Makes the Animation start after the previous animation or sound finishes.</a:t>
            </a:r>
          </a:p>
          <a:p>
            <a:pPr algn="l"/>
            <a:r>
              <a:rPr lang="en-US" sz="2800" dirty="0"/>
              <a:t> Controlling “With Previous” and “After Previous” correctly is key to making animations smooth.  Recorded Sounds are considered animations.</a:t>
            </a:r>
            <a:endParaRPr lang="es-PR" sz="2800" dirty="0"/>
          </a:p>
        </p:txBody>
      </p:sp>
    </p:spTree>
    <p:extLst>
      <p:ext uri="{BB962C8B-B14F-4D97-AF65-F5344CB8AC3E}">
        <p14:creationId xmlns:p14="http://schemas.microsoft.com/office/powerpoint/2010/main" val="375021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E8B56-51A0-93C8-434C-470E1D9978D3}"/>
              </a:ext>
            </a:extLst>
          </p:cNvPr>
          <p:cNvSpPr>
            <a:spLocks noGrp="1"/>
          </p:cNvSpPr>
          <p:nvPr>
            <p:ph type="title"/>
          </p:nvPr>
        </p:nvSpPr>
        <p:spPr>
          <a:xfrm>
            <a:off x="901811" y="78878"/>
            <a:ext cx="10515600" cy="1325563"/>
          </a:xfrm>
        </p:spPr>
        <p:txBody>
          <a:bodyPr/>
          <a:lstStyle/>
          <a:p>
            <a:r>
              <a:rPr lang="en-US" dirty="0"/>
              <a:t>Adding Sound and Recorded Audio to </a:t>
            </a:r>
            <a:r>
              <a:rPr lang="en-US" dirty="0" err="1"/>
              <a:t>Powerpoint</a:t>
            </a:r>
            <a:endParaRPr lang="es-PR" dirty="0"/>
          </a:p>
        </p:txBody>
      </p:sp>
      <p:sp>
        <p:nvSpPr>
          <p:cNvPr id="3" name="Content Placeholder 2">
            <a:extLst>
              <a:ext uri="{FF2B5EF4-FFF2-40B4-BE49-F238E27FC236}">
                <a16:creationId xmlns:a16="http://schemas.microsoft.com/office/drawing/2014/main" id="{9875B9F1-1C73-0AB7-016E-9038379910D6}"/>
              </a:ext>
            </a:extLst>
          </p:cNvPr>
          <p:cNvSpPr>
            <a:spLocks noGrp="1"/>
          </p:cNvSpPr>
          <p:nvPr>
            <p:ph idx="1"/>
          </p:nvPr>
        </p:nvSpPr>
        <p:spPr>
          <a:xfrm>
            <a:off x="838200" y="1404441"/>
            <a:ext cx="10515600" cy="4351338"/>
          </a:xfrm>
        </p:spPr>
        <p:txBody>
          <a:bodyPr>
            <a:normAutofit lnSpcReduction="10000"/>
          </a:bodyPr>
          <a:lstStyle/>
          <a:p>
            <a:r>
              <a:rPr lang="en-US" dirty="0"/>
              <a:t>First you go to the Insert Tab.</a:t>
            </a:r>
          </a:p>
          <a:p>
            <a:r>
              <a:rPr lang="en-US" dirty="0"/>
              <a:t>Second you go to the Media Section and look for “Audio”</a:t>
            </a:r>
          </a:p>
          <a:p>
            <a:r>
              <a:rPr lang="en-US" dirty="0"/>
              <a:t>Once you click Audio, two option will appear, upload an Audio from the Computer or Record the Audio with your device’s mic. </a:t>
            </a:r>
          </a:p>
          <a:p>
            <a:r>
              <a:rPr lang="en-US" dirty="0"/>
              <a:t>A little speaker icon will appear if added successfully. </a:t>
            </a:r>
          </a:p>
          <a:p>
            <a:r>
              <a:rPr lang="es-PR" dirty="0" err="1"/>
              <a:t>The</a:t>
            </a:r>
            <a:r>
              <a:rPr lang="es-PR" dirty="0"/>
              <a:t> audio </a:t>
            </a:r>
            <a:r>
              <a:rPr lang="es-PR" dirty="0" err="1"/>
              <a:t>is</a:t>
            </a:r>
            <a:r>
              <a:rPr lang="es-PR" dirty="0"/>
              <a:t> </a:t>
            </a:r>
            <a:r>
              <a:rPr lang="es-PR" dirty="0" err="1"/>
              <a:t>like</a:t>
            </a:r>
            <a:r>
              <a:rPr lang="es-PR" dirty="0"/>
              <a:t> </a:t>
            </a:r>
            <a:r>
              <a:rPr lang="es-PR" dirty="0" err="1"/>
              <a:t>an</a:t>
            </a:r>
            <a:r>
              <a:rPr lang="es-PR" dirty="0"/>
              <a:t> </a:t>
            </a:r>
            <a:r>
              <a:rPr lang="es-PR" dirty="0" err="1"/>
              <a:t>animation</a:t>
            </a:r>
            <a:r>
              <a:rPr lang="es-PR" dirty="0"/>
              <a:t> and has </a:t>
            </a:r>
            <a:r>
              <a:rPr lang="es-PR" dirty="0" err="1"/>
              <a:t>to</a:t>
            </a:r>
            <a:r>
              <a:rPr lang="es-PR" dirty="0"/>
              <a:t> be </a:t>
            </a:r>
            <a:r>
              <a:rPr lang="es-PR" dirty="0" err="1"/>
              <a:t>put</a:t>
            </a:r>
            <a:r>
              <a:rPr lang="es-PR" dirty="0"/>
              <a:t> in </a:t>
            </a:r>
            <a:r>
              <a:rPr lang="es-PR" dirty="0" err="1"/>
              <a:t>order</a:t>
            </a:r>
            <a:r>
              <a:rPr lang="es-PR" dirty="0"/>
              <a:t>.</a:t>
            </a:r>
          </a:p>
          <a:p>
            <a:r>
              <a:rPr lang="es-PR" dirty="0" err="1"/>
              <a:t>The</a:t>
            </a:r>
            <a:r>
              <a:rPr lang="es-PR" dirty="0"/>
              <a:t> </a:t>
            </a:r>
            <a:r>
              <a:rPr lang="es-PR" dirty="0" err="1"/>
              <a:t>order</a:t>
            </a:r>
            <a:r>
              <a:rPr lang="es-PR" dirty="0"/>
              <a:t> </a:t>
            </a:r>
            <a:r>
              <a:rPr lang="es-PR" dirty="0" err="1"/>
              <a:t>is</a:t>
            </a:r>
            <a:r>
              <a:rPr lang="es-PR" dirty="0"/>
              <a:t> </a:t>
            </a:r>
            <a:r>
              <a:rPr lang="es-PR" dirty="0" err="1"/>
              <a:t>found</a:t>
            </a:r>
            <a:r>
              <a:rPr lang="es-PR" dirty="0"/>
              <a:t> in </a:t>
            </a:r>
            <a:r>
              <a:rPr lang="es-PR" dirty="0" err="1"/>
              <a:t>the</a:t>
            </a:r>
            <a:r>
              <a:rPr lang="es-PR" dirty="0"/>
              <a:t> </a:t>
            </a:r>
            <a:r>
              <a:rPr lang="es-PR" dirty="0" err="1"/>
              <a:t>animations</a:t>
            </a:r>
            <a:r>
              <a:rPr lang="es-PR" dirty="0"/>
              <a:t> </a:t>
            </a:r>
            <a:r>
              <a:rPr lang="es-PR" dirty="0" err="1"/>
              <a:t>tab</a:t>
            </a:r>
            <a:r>
              <a:rPr lang="es-PR" dirty="0"/>
              <a:t> in </a:t>
            </a:r>
            <a:r>
              <a:rPr lang="es-PR" dirty="0" err="1"/>
              <a:t>the</a:t>
            </a:r>
            <a:r>
              <a:rPr lang="es-PR" dirty="0"/>
              <a:t> </a:t>
            </a:r>
            <a:r>
              <a:rPr lang="es-PR" dirty="0" err="1"/>
              <a:t>Advanced</a:t>
            </a:r>
            <a:r>
              <a:rPr lang="es-PR" dirty="0"/>
              <a:t> </a:t>
            </a:r>
            <a:r>
              <a:rPr lang="es-PR" dirty="0" err="1"/>
              <a:t>Animation</a:t>
            </a:r>
            <a:r>
              <a:rPr lang="es-PR" dirty="0"/>
              <a:t> </a:t>
            </a:r>
            <a:r>
              <a:rPr lang="es-PR" dirty="0" err="1"/>
              <a:t>section</a:t>
            </a:r>
            <a:r>
              <a:rPr lang="es-PR" dirty="0"/>
              <a:t> and clicking “</a:t>
            </a:r>
            <a:r>
              <a:rPr lang="es-PR" dirty="0" err="1"/>
              <a:t>Animation</a:t>
            </a:r>
            <a:r>
              <a:rPr lang="es-PR" dirty="0"/>
              <a:t> </a:t>
            </a:r>
            <a:r>
              <a:rPr lang="es-PR" dirty="0" err="1"/>
              <a:t>Pane</a:t>
            </a:r>
            <a:r>
              <a:rPr lang="es-PR" dirty="0"/>
              <a:t>”.</a:t>
            </a:r>
          </a:p>
          <a:p>
            <a:r>
              <a:rPr lang="es-PR" dirty="0"/>
              <a:t>In </a:t>
            </a:r>
            <a:r>
              <a:rPr lang="es-PR" dirty="0" err="1"/>
              <a:t>the</a:t>
            </a:r>
            <a:r>
              <a:rPr lang="es-PR" dirty="0"/>
              <a:t> </a:t>
            </a:r>
            <a:r>
              <a:rPr lang="es-PR" dirty="0" err="1"/>
              <a:t>Animation</a:t>
            </a:r>
            <a:r>
              <a:rPr lang="es-PR" dirty="0"/>
              <a:t> </a:t>
            </a:r>
            <a:r>
              <a:rPr lang="es-PR" dirty="0" err="1"/>
              <a:t>Pane</a:t>
            </a:r>
            <a:r>
              <a:rPr lang="es-PR" dirty="0"/>
              <a:t>, </a:t>
            </a:r>
            <a:r>
              <a:rPr lang="es-PR" dirty="0" err="1"/>
              <a:t>you</a:t>
            </a:r>
            <a:r>
              <a:rPr lang="es-PR" dirty="0"/>
              <a:t> can </a:t>
            </a:r>
            <a:r>
              <a:rPr lang="es-PR" dirty="0" err="1"/>
              <a:t>change</a:t>
            </a:r>
            <a:r>
              <a:rPr lang="es-PR" dirty="0"/>
              <a:t> </a:t>
            </a:r>
            <a:r>
              <a:rPr lang="es-PR" dirty="0" err="1"/>
              <a:t>the</a:t>
            </a:r>
            <a:r>
              <a:rPr lang="es-PR" dirty="0"/>
              <a:t> </a:t>
            </a:r>
            <a:r>
              <a:rPr lang="es-PR" dirty="0" err="1"/>
              <a:t>order</a:t>
            </a:r>
            <a:r>
              <a:rPr lang="es-PR" dirty="0"/>
              <a:t> </a:t>
            </a:r>
            <a:r>
              <a:rPr lang="es-PR" dirty="0" err="1"/>
              <a:t>animations</a:t>
            </a:r>
            <a:r>
              <a:rPr lang="es-PR" dirty="0"/>
              <a:t>, </a:t>
            </a:r>
            <a:r>
              <a:rPr lang="es-PR" dirty="0" err="1"/>
              <a:t>usually</a:t>
            </a:r>
            <a:r>
              <a:rPr lang="es-PR" dirty="0"/>
              <a:t> </a:t>
            </a:r>
            <a:r>
              <a:rPr lang="es-PR" dirty="0" err="1"/>
              <a:t>numbered</a:t>
            </a:r>
            <a:r>
              <a:rPr lang="es-PR" dirty="0"/>
              <a:t> </a:t>
            </a:r>
            <a:r>
              <a:rPr lang="es-PR" dirty="0" err="1"/>
              <a:t>by</a:t>
            </a:r>
            <a:r>
              <a:rPr lang="es-PR" dirty="0"/>
              <a:t> </a:t>
            </a:r>
            <a:r>
              <a:rPr lang="es-PR" dirty="0" err="1"/>
              <a:t>clicks</a:t>
            </a:r>
            <a:r>
              <a:rPr lang="es-PR" dirty="0"/>
              <a:t>.</a:t>
            </a:r>
          </a:p>
        </p:txBody>
      </p:sp>
    </p:spTree>
    <p:extLst>
      <p:ext uri="{BB962C8B-B14F-4D97-AF65-F5344CB8AC3E}">
        <p14:creationId xmlns:p14="http://schemas.microsoft.com/office/powerpoint/2010/main" val="194296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2946</TotalTime>
  <Words>309</Words>
  <Application>Microsoft Office PowerPoint</Application>
  <PresentationFormat>Widescreen</PresentationFormat>
  <Paragraphs>16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Adding Sound and Recorded Audio to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Candelaria</dc:creator>
  <cp:lastModifiedBy>Mr. Candelaria</cp:lastModifiedBy>
  <cp:revision>1</cp:revision>
  <dcterms:created xsi:type="dcterms:W3CDTF">2025-03-26T11:30:35Z</dcterms:created>
  <dcterms:modified xsi:type="dcterms:W3CDTF">2025-03-28T12:37:12Z</dcterms:modified>
</cp:coreProperties>
</file>