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2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325B1-33DA-7249-2DA0-7B427FB4E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950C3-BE8C-60CD-6E27-11F04F17A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BEB05-74D9-9726-41D8-52A445BF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1153D-A9F6-78FC-8D20-DA807E2A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BAE2E-8554-EE18-A187-9F930FEE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34052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B6B8-92C2-37D3-0278-7EF139C9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D1DB6-2596-E0F1-A17B-703FA1CE6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28CF3-94AF-76E8-F6B5-42D4F5D0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823AF-D8EB-5060-26CD-E6EEA28B0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AA3A6-94CA-1EB5-B220-352FB708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66344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8558-15EB-143A-75D0-CA8647B41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5D905-28A6-D0C9-7F53-9662801B4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69A58-53D5-D43A-37A3-167D57BC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479DA-5051-6744-0900-EAA13BC0B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0B91E-8460-BA03-9031-7914C67F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330168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758C-6D76-9446-FE26-3CBA8DFD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7B33C-282F-FE2D-FFBD-515F4A3B7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AFB42-726A-47E3-DBC0-24EE75D21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6DA7C-02DD-865F-6BE4-2D70DF6F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67D5D-E8B2-0EFC-FDAB-7D8AF746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70A0A-0B6C-4231-2F46-E1A4D9E3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29936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9CD2-C90C-AA05-C650-DC771969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27549-5AD8-4DF5-2A2F-1B5A85B7E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6C0FA-9C92-31C8-DC22-302B37B94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9DDE3-3D5A-5C1A-52E8-20BA62F4C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257CC-6660-5C88-4877-225095699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927DE-35A3-1E4E-C07C-DD51B9AA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71F83C-F769-D316-A394-E01327F6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69D73-835F-9FF3-77F1-DDCB71FB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323621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556B-48F8-C9CA-32A9-5DB05C56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EBC9C-743D-8002-4BFC-16E6D62E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637105-986F-56E0-23B2-A014FADD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D980E-EEFE-D157-77A9-9E9B47EC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283509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3A572-FB3E-4B49-4102-2AC56907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6CEDB-807F-FCED-C677-3E964575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7302E-8908-C674-7B29-0D7DCBBC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41395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BB75-5581-54C4-F4EA-C7AEAFB2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5854-2EEE-1D1D-29E1-A3147B2C3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50BF6-561A-1AD8-61A2-4C875D0B6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0A49E-33B5-9889-CE8A-39C46FDC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C9F7B-BC45-28A0-9307-2DD6DC5B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61F79-3F29-0237-64C1-3FEDE21C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342093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A334-BF23-8894-DBAF-8139F356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BCB9D-D05F-EAAB-F096-7ED82CC94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B434A-DB81-CF37-2E7E-60319BADF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ABFDC-A6FC-0C05-C979-864FD7A4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ADF7D-91EF-199D-6AE9-5AA9FB961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1B46A-45A4-85DA-9CFB-23943AFE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112967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C22D-DBFA-2DD0-9345-0E279BA0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7AE0F-19BB-3428-71CA-355E9E42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72627-3549-746B-A842-81CC9861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48434-A811-DC56-E563-27DFD536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6ECA9-034B-9A8E-F5D9-E072E386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145214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C7710-F05E-42FC-F23B-218403288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C894-E1D6-3246-6BF1-E2BDC6729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E42A4-07A0-6387-4F2C-FE4BAD69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6D146-FAEC-59F6-0FC8-9E69DA5DC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72B4B-4247-6BFD-4FBE-E280043F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355730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D1F3A-B5D3-86C8-896A-75A3683BC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F8D12-CD2B-B3C4-5752-5CDA72F09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C2307-69F5-6229-2E92-183816AF9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50EC4-2959-4A8D-8489-7B436F4FFF98}" type="datetimeFigureOut">
              <a:rPr lang="es-PR" smtClean="0"/>
              <a:t>03/13/2025</a:t>
            </a:fld>
            <a:endParaRPr lang="es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7F0C3-13B2-41E8-1C4A-192818E0D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A9139-5CA9-E7A3-4666-0E180853C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8AD68-A5AC-417D-B670-574CEBFAC54C}" type="slidenum">
              <a:rPr lang="es-PR" smtClean="0"/>
              <a:t>‹#›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32910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1E72-3485-41E1-6328-C68814DAA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492"/>
            <a:ext cx="9144000" cy="1039812"/>
          </a:xfrm>
        </p:spPr>
        <p:txBody>
          <a:bodyPr>
            <a:normAutofit fontScale="90000"/>
          </a:bodyPr>
          <a:lstStyle/>
          <a:p>
            <a:r>
              <a:rPr lang="en-US" dirty="0"/>
              <a:t>Animations and Animation Pane</a:t>
            </a:r>
            <a:endParaRPr lang="es-P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FA2E4-1A1B-AF59-210E-C4DB37355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11312"/>
            <a:ext cx="9144000" cy="3817937"/>
          </a:xfrm>
        </p:spPr>
        <p:txBody>
          <a:bodyPr>
            <a:normAutofit/>
          </a:bodyPr>
          <a:lstStyle/>
          <a:p>
            <a:r>
              <a:rPr lang="en-US" sz="2800" dirty="0"/>
              <a:t>There are 4 types of animations in </a:t>
            </a:r>
            <a:r>
              <a:rPr lang="en-US" sz="2800" dirty="0" err="1"/>
              <a:t>Powerpoint</a:t>
            </a:r>
            <a:r>
              <a:rPr lang="en-US" sz="2800" dirty="0"/>
              <a:t>: Entrance, Emphasis, Exit and Motion Paths animation.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Entrance – Make objects appear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Emphasis – Add effects to already visible objects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Exit – Make objects disappear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Motion Paths – Move objects along a predefined path</a:t>
            </a:r>
          </a:p>
          <a:p>
            <a:r>
              <a:rPr lang="en-US" sz="2800" dirty="0"/>
              <a:t>All of these are controlled in the Animation Pane.</a:t>
            </a:r>
          </a:p>
        </p:txBody>
      </p:sp>
    </p:spTree>
    <p:extLst>
      <p:ext uri="{BB962C8B-B14F-4D97-AF65-F5344CB8AC3E}">
        <p14:creationId xmlns:p14="http://schemas.microsoft.com/office/powerpoint/2010/main" val="296398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D7591-24ED-3286-C923-30D0DD7B1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490" y="120069"/>
            <a:ext cx="8727218" cy="53385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Animation Pane</a:t>
            </a:r>
          </a:p>
          <a:p>
            <a:r>
              <a:rPr lang="es-PR" dirty="0" err="1"/>
              <a:t>The</a:t>
            </a:r>
            <a:r>
              <a:rPr lang="es-PR" dirty="0"/>
              <a:t> </a:t>
            </a:r>
            <a:r>
              <a:rPr lang="es-PR" dirty="0" err="1"/>
              <a:t>Animation</a:t>
            </a:r>
            <a:r>
              <a:rPr lang="es-PR" dirty="0"/>
              <a:t> </a:t>
            </a:r>
            <a:r>
              <a:rPr lang="es-PR" dirty="0" err="1"/>
              <a:t>Pane</a:t>
            </a:r>
            <a:r>
              <a:rPr lang="es-PR" dirty="0"/>
              <a:t> </a:t>
            </a:r>
            <a:r>
              <a:rPr lang="es-PR" dirty="0" err="1"/>
              <a:t>is</a:t>
            </a:r>
            <a:r>
              <a:rPr lang="es-PR" dirty="0"/>
              <a:t> </a:t>
            </a:r>
            <a:r>
              <a:rPr lang="es-PR" dirty="0" err="1"/>
              <a:t>found</a:t>
            </a:r>
            <a:r>
              <a:rPr lang="es-PR" dirty="0"/>
              <a:t> </a:t>
            </a:r>
            <a:r>
              <a:rPr lang="es-PR" dirty="0" err="1"/>
              <a:t>on</a:t>
            </a:r>
            <a:r>
              <a:rPr lang="es-PR" dirty="0"/>
              <a:t> </a:t>
            </a:r>
            <a:r>
              <a:rPr lang="es-PR" dirty="0" err="1"/>
              <a:t>the</a:t>
            </a:r>
            <a:r>
              <a:rPr lang="es-PR" dirty="0"/>
              <a:t> </a:t>
            </a:r>
            <a:r>
              <a:rPr lang="es-PR" dirty="0" err="1"/>
              <a:t>Animations</a:t>
            </a:r>
            <a:r>
              <a:rPr lang="es-PR" dirty="0"/>
              <a:t> </a:t>
            </a:r>
            <a:r>
              <a:rPr lang="es-PR" dirty="0" err="1"/>
              <a:t>Tab</a:t>
            </a:r>
            <a:r>
              <a:rPr lang="es-PR" dirty="0"/>
              <a:t> in </a:t>
            </a:r>
            <a:r>
              <a:rPr lang="es-PR" dirty="0" err="1"/>
              <a:t>the</a:t>
            </a:r>
            <a:r>
              <a:rPr lang="es-PR" dirty="0"/>
              <a:t> </a:t>
            </a:r>
            <a:r>
              <a:rPr lang="es-PR" dirty="0" err="1"/>
              <a:t>Advanced</a:t>
            </a:r>
            <a:r>
              <a:rPr lang="es-PR" dirty="0"/>
              <a:t> </a:t>
            </a:r>
            <a:r>
              <a:rPr lang="es-PR" dirty="0" err="1"/>
              <a:t>Animation</a:t>
            </a:r>
            <a:r>
              <a:rPr lang="es-PR" dirty="0"/>
              <a:t> </a:t>
            </a:r>
            <a:r>
              <a:rPr lang="es-PR" dirty="0" err="1"/>
              <a:t>section</a:t>
            </a:r>
            <a:r>
              <a:rPr lang="es-PR" dirty="0"/>
              <a:t>. </a:t>
            </a:r>
            <a:r>
              <a:rPr lang="es-PR" dirty="0" err="1"/>
              <a:t>It</a:t>
            </a:r>
            <a:r>
              <a:rPr lang="es-PR" dirty="0"/>
              <a:t> </a:t>
            </a:r>
            <a:r>
              <a:rPr lang="es-PR" dirty="0" err="1"/>
              <a:t>will</a:t>
            </a:r>
            <a:r>
              <a:rPr lang="es-PR" dirty="0"/>
              <a:t> open </a:t>
            </a:r>
            <a:r>
              <a:rPr lang="es-PR" dirty="0" err="1"/>
              <a:t>on</a:t>
            </a:r>
            <a:r>
              <a:rPr lang="es-PR" dirty="0"/>
              <a:t> </a:t>
            </a:r>
            <a:r>
              <a:rPr lang="es-PR" dirty="0" err="1"/>
              <a:t>the</a:t>
            </a:r>
            <a:r>
              <a:rPr lang="es-PR" dirty="0"/>
              <a:t> </a:t>
            </a:r>
            <a:r>
              <a:rPr lang="es-PR" dirty="0" err="1"/>
              <a:t>right</a:t>
            </a:r>
            <a:r>
              <a:rPr lang="es-PR" dirty="0"/>
              <a:t> </a:t>
            </a:r>
            <a:r>
              <a:rPr lang="es-PR" dirty="0" err="1"/>
              <a:t>side</a:t>
            </a:r>
            <a:r>
              <a:rPr lang="es-PR" dirty="0"/>
              <a:t> </a:t>
            </a:r>
            <a:r>
              <a:rPr lang="es-PR" dirty="0" err="1"/>
              <a:t>of</a:t>
            </a:r>
            <a:r>
              <a:rPr lang="es-PR" dirty="0"/>
              <a:t> </a:t>
            </a:r>
            <a:r>
              <a:rPr lang="es-PR" dirty="0" err="1"/>
              <a:t>screen</a:t>
            </a:r>
            <a:r>
              <a:rPr lang="es-PR" dirty="0"/>
              <a:t> </a:t>
            </a:r>
            <a:r>
              <a:rPr lang="es-PR" dirty="0" err="1"/>
              <a:t>showing</a:t>
            </a:r>
            <a:r>
              <a:rPr lang="es-PR" dirty="0"/>
              <a:t> </a:t>
            </a:r>
            <a:r>
              <a:rPr lang="es-PR" dirty="0" err="1"/>
              <a:t>all</a:t>
            </a:r>
            <a:r>
              <a:rPr lang="es-PR" dirty="0"/>
              <a:t> </a:t>
            </a:r>
            <a:r>
              <a:rPr lang="es-PR" dirty="0" err="1"/>
              <a:t>animations</a:t>
            </a:r>
            <a:r>
              <a:rPr lang="es-PR" dirty="0"/>
              <a:t> in </a:t>
            </a:r>
            <a:r>
              <a:rPr lang="es-PR" dirty="0" err="1"/>
              <a:t>the</a:t>
            </a:r>
            <a:r>
              <a:rPr lang="es-PR" dirty="0"/>
              <a:t> </a:t>
            </a:r>
            <a:r>
              <a:rPr lang="es-PR" dirty="0" err="1"/>
              <a:t>slide</a:t>
            </a:r>
            <a:r>
              <a:rPr lang="es-PR" dirty="0"/>
              <a:t> </a:t>
            </a:r>
            <a:r>
              <a:rPr lang="es-PR" dirty="0" err="1"/>
              <a:t>your</a:t>
            </a:r>
            <a:r>
              <a:rPr lang="es-PR" dirty="0"/>
              <a:t> in. </a:t>
            </a:r>
            <a:r>
              <a:rPr lang="es-PR" dirty="0" err="1"/>
              <a:t>It</a:t>
            </a:r>
            <a:r>
              <a:rPr lang="es-PR" dirty="0"/>
              <a:t> has </a:t>
            </a:r>
            <a:r>
              <a:rPr lang="es-PR" dirty="0" err="1"/>
              <a:t>many</a:t>
            </a:r>
            <a:r>
              <a:rPr lang="es-PR" dirty="0"/>
              <a:t> </a:t>
            </a:r>
            <a:r>
              <a:rPr lang="es-PR" dirty="0" err="1"/>
              <a:t>required</a:t>
            </a:r>
            <a:r>
              <a:rPr lang="es-PR" dirty="0"/>
              <a:t> </a:t>
            </a:r>
            <a:r>
              <a:rPr lang="es-PR" dirty="0" err="1"/>
              <a:t>features</a:t>
            </a:r>
            <a:r>
              <a:rPr lang="es-PR" dirty="0"/>
              <a:t> </a:t>
            </a:r>
            <a:r>
              <a:rPr lang="es-PR" dirty="0" err="1"/>
              <a:t>to</a:t>
            </a:r>
            <a:r>
              <a:rPr lang="es-PR" dirty="0"/>
              <a:t> control </a:t>
            </a:r>
            <a:r>
              <a:rPr lang="es-PR" dirty="0" err="1"/>
              <a:t>your</a:t>
            </a:r>
            <a:r>
              <a:rPr lang="es-PR" dirty="0"/>
              <a:t> </a:t>
            </a:r>
            <a:r>
              <a:rPr lang="es-PR" dirty="0" err="1"/>
              <a:t>animations</a:t>
            </a:r>
            <a:r>
              <a:rPr lang="es-PR" dirty="0"/>
              <a:t>:</a:t>
            </a:r>
          </a:p>
          <a:p>
            <a:pPr lvl="1"/>
            <a:r>
              <a:rPr lang="es-PR" dirty="0" err="1"/>
              <a:t>Rearrange</a:t>
            </a:r>
            <a:r>
              <a:rPr lang="es-PR" dirty="0"/>
              <a:t>: </a:t>
            </a:r>
            <a:r>
              <a:rPr lang="es-PR" dirty="0" err="1"/>
              <a:t>You</a:t>
            </a:r>
            <a:r>
              <a:rPr lang="es-PR" dirty="0"/>
              <a:t> can drag </a:t>
            </a:r>
            <a:r>
              <a:rPr lang="es-PR" dirty="0" err="1"/>
              <a:t>animations</a:t>
            </a:r>
            <a:r>
              <a:rPr lang="es-PR" dirty="0"/>
              <a:t> up </a:t>
            </a:r>
            <a:r>
              <a:rPr lang="es-PR" dirty="0" err="1"/>
              <a:t>or</a:t>
            </a:r>
            <a:r>
              <a:rPr lang="es-PR" dirty="0"/>
              <a:t> </a:t>
            </a:r>
            <a:r>
              <a:rPr lang="es-PR" dirty="0" err="1"/>
              <a:t>down</a:t>
            </a:r>
            <a:r>
              <a:rPr lang="es-PR" dirty="0"/>
              <a:t> </a:t>
            </a:r>
            <a:r>
              <a:rPr lang="es-PR" dirty="0" err="1"/>
              <a:t>to</a:t>
            </a:r>
            <a:r>
              <a:rPr lang="es-PR" dirty="0"/>
              <a:t> </a:t>
            </a:r>
            <a:r>
              <a:rPr lang="es-PR" dirty="0" err="1"/>
              <a:t>change</a:t>
            </a:r>
            <a:r>
              <a:rPr lang="es-PR" dirty="0"/>
              <a:t> </a:t>
            </a:r>
            <a:r>
              <a:rPr lang="es-PR" dirty="0" err="1"/>
              <a:t>the</a:t>
            </a:r>
            <a:r>
              <a:rPr lang="es-PR" dirty="0"/>
              <a:t> </a:t>
            </a:r>
            <a:r>
              <a:rPr lang="es-PR" dirty="0" err="1"/>
              <a:t>order</a:t>
            </a:r>
            <a:r>
              <a:rPr lang="es-PR" dirty="0"/>
              <a:t> </a:t>
            </a:r>
            <a:r>
              <a:rPr lang="es-PR" dirty="0" err="1"/>
              <a:t>they</a:t>
            </a:r>
            <a:r>
              <a:rPr lang="es-PR" dirty="0"/>
              <a:t> </a:t>
            </a:r>
            <a:r>
              <a:rPr lang="es-PR" dirty="0" err="1"/>
              <a:t>go</a:t>
            </a:r>
            <a:r>
              <a:rPr lang="es-PR" dirty="0"/>
              <a:t> </a:t>
            </a:r>
            <a:r>
              <a:rPr lang="es-PR" dirty="0" err="1"/>
              <a:t>on</a:t>
            </a:r>
            <a:r>
              <a:rPr lang="es-PR" dirty="0"/>
              <a:t>.</a:t>
            </a:r>
          </a:p>
          <a:p>
            <a:pPr lvl="1"/>
            <a:r>
              <a:rPr lang="es-PR" dirty="0"/>
              <a:t>Set </a:t>
            </a:r>
            <a:r>
              <a:rPr lang="es-PR" dirty="0" err="1"/>
              <a:t>Animation</a:t>
            </a:r>
            <a:r>
              <a:rPr lang="es-PR" dirty="0"/>
              <a:t> timing: </a:t>
            </a:r>
            <a:r>
              <a:rPr lang="es-PR" dirty="0" err="1"/>
              <a:t>Adjust</a:t>
            </a:r>
            <a:r>
              <a:rPr lang="es-PR" dirty="0"/>
              <a:t> </a:t>
            </a:r>
            <a:r>
              <a:rPr lang="es-PR" dirty="0" err="1"/>
              <a:t>start</a:t>
            </a:r>
            <a:r>
              <a:rPr lang="es-PR" dirty="0"/>
              <a:t> </a:t>
            </a:r>
            <a:r>
              <a:rPr lang="es-PR" dirty="0" err="1"/>
              <a:t>options</a:t>
            </a:r>
            <a:r>
              <a:rPr lang="es-PR" dirty="0"/>
              <a:t>(</a:t>
            </a:r>
            <a:r>
              <a:rPr lang="es-PR" dirty="0" err="1"/>
              <a:t>On</a:t>
            </a:r>
            <a:r>
              <a:rPr lang="es-PR" dirty="0"/>
              <a:t> </a:t>
            </a:r>
            <a:r>
              <a:rPr lang="es-PR" dirty="0" err="1"/>
              <a:t>click</a:t>
            </a:r>
            <a:r>
              <a:rPr lang="es-PR" dirty="0"/>
              <a:t>, </a:t>
            </a:r>
            <a:r>
              <a:rPr lang="es-PR" dirty="0" err="1"/>
              <a:t>With</a:t>
            </a:r>
            <a:r>
              <a:rPr lang="es-PR" dirty="0"/>
              <a:t> </a:t>
            </a:r>
            <a:r>
              <a:rPr lang="es-PR" dirty="0" err="1"/>
              <a:t>Previous</a:t>
            </a:r>
            <a:r>
              <a:rPr lang="es-PR" dirty="0"/>
              <a:t>, After </a:t>
            </a:r>
            <a:r>
              <a:rPr lang="es-PR" dirty="0" err="1"/>
              <a:t>Previous</a:t>
            </a:r>
            <a:r>
              <a:rPr lang="es-PR" dirty="0"/>
              <a:t>)</a:t>
            </a:r>
          </a:p>
          <a:p>
            <a:pPr lvl="1"/>
            <a:r>
              <a:rPr lang="es-PR" dirty="0" err="1"/>
              <a:t>Preview</a:t>
            </a:r>
            <a:r>
              <a:rPr lang="es-PR" dirty="0"/>
              <a:t>: </a:t>
            </a:r>
            <a:r>
              <a:rPr lang="es-PR" dirty="0" err="1"/>
              <a:t>You</a:t>
            </a:r>
            <a:r>
              <a:rPr lang="es-PR" dirty="0"/>
              <a:t> can </a:t>
            </a:r>
            <a:r>
              <a:rPr lang="es-PR" dirty="0" err="1"/>
              <a:t>click</a:t>
            </a:r>
            <a:r>
              <a:rPr lang="es-PR" dirty="0"/>
              <a:t> </a:t>
            </a:r>
            <a:r>
              <a:rPr lang="es-PR" dirty="0" err="1"/>
              <a:t>any</a:t>
            </a:r>
            <a:r>
              <a:rPr lang="es-PR" dirty="0"/>
              <a:t> </a:t>
            </a:r>
            <a:r>
              <a:rPr lang="es-PR" dirty="0" err="1"/>
              <a:t>animation</a:t>
            </a:r>
            <a:r>
              <a:rPr lang="es-PR" dirty="0"/>
              <a:t> in </a:t>
            </a:r>
            <a:r>
              <a:rPr lang="es-PR" dirty="0" err="1"/>
              <a:t>the</a:t>
            </a:r>
            <a:r>
              <a:rPr lang="es-PR" dirty="0"/>
              <a:t> </a:t>
            </a:r>
            <a:r>
              <a:rPr lang="es-PR" dirty="0" err="1"/>
              <a:t>Pane</a:t>
            </a:r>
            <a:r>
              <a:rPr lang="es-PR" dirty="0"/>
              <a:t> and </a:t>
            </a:r>
            <a:r>
              <a:rPr lang="es-PR" dirty="0" err="1"/>
              <a:t>preview</a:t>
            </a:r>
            <a:r>
              <a:rPr lang="es-PR" dirty="0"/>
              <a:t> </a:t>
            </a:r>
            <a:r>
              <a:rPr lang="es-PR" dirty="0" err="1"/>
              <a:t>it</a:t>
            </a:r>
            <a:r>
              <a:rPr lang="es-PR" dirty="0"/>
              <a:t> </a:t>
            </a:r>
            <a:r>
              <a:rPr lang="es-PR" dirty="0" err="1"/>
              <a:t>from</a:t>
            </a:r>
            <a:r>
              <a:rPr lang="es-PR" dirty="0"/>
              <a:t> </a:t>
            </a:r>
            <a:r>
              <a:rPr lang="es-PR" dirty="0" err="1"/>
              <a:t>that</a:t>
            </a:r>
            <a:r>
              <a:rPr lang="es-PR" dirty="0"/>
              <a:t> </a:t>
            </a:r>
            <a:r>
              <a:rPr lang="es-PR" dirty="0" err="1"/>
              <a:t>point</a:t>
            </a:r>
            <a:r>
              <a:rPr lang="es-PR" dirty="0"/>
              <a:t> and </a:t>
            </a:r>
            <a:r>
              <a:rPr lang="es-PR" dirty="0" err="1"/>
              <a:t>on</a:t>
            </a:r>
            <a:r>
              <a:rPr lang="es-PR" dirty="0"/>
              <a:t>.</a:t>
            </a:r>
          </a:p>
          <a:p>
            <a:pPr lvl="1"/>
            <a:r>
              <a:rPr lang="es-PR" dirty="0" err="1"/>
              <a:t>Remove</a:t>
            </a:r>
            <a:r>
              <a:rPr lang="es-PR" dirty="0"/>
              <a:t>: </a:t>
            </a:r>
            <a:r>
              <a:rPr lang="es-PR" dirty="0" err="1"/>
              <a:t>You</a:t>
            </a:r>
            <a:r>
              <a:rPr lang="es-PR" dirty="0"/>
              <a:t> can </a:t>
            </a:r>
            <a:r>
              <a:rPr lang="es-PR" dirty="0" err="1"/>
              <a:t>right</a:t>
            </a:r>
            <a:r>
              <a:rPr lang="es-PR" dirty="0"/>
              <a:t> </a:t>
            </a:r>
            <a:r>
              <a:rPr lang="es-PR" dirty="0" err="1"/>
              <a:t>click</a:t>
            </a:r>
            <a:r>
              <a:rPr lang="es-PR" dirty="0"/>
              <a:t> </a:t>
            </a:r>
            <a:r>
              <a:rPr lang="es-PR" dirty="0" err="1"/>
              <a:t>an</a:t>
            </a:r>
            <a:r>
              <a:rPr lang="es-PR" dirty="0"/>
              <a:t> </a:t>
            </a:r>
            <a:r>
              <a:rPr lang="es-PR" dirty="0" err="1"/>
              <a:t>animation</a:t>
            </a:r>
            <a:r>
              <a:rPr lang="es-PR" dirty="0"/>
              <a:t> </a:t>
            </a:r>
            <a:r>
              <a:rPr lang="es-PR" dirty="0" err="1"/>
              <a:t>to</a:t>
            </a:r>
            <a:r>
              <a:rPr lang="es-PR" dirty="0"/>
              <a:t> </a:t>
            </a:r>
            <a:r>
              <a:rPr lang="es-PR" dirty="0" err="1"/>
              <a:t>remove</a:t>
            </a:r>
            <a:r>
              <a:rPr lang="es-PR" dirty="0"/>
              <a:t> </a:t>
            </a:r>
            <a:r>
              <a:rPr lang="es-PR" dirty="0" err="1"/>
              <a:t>it</a:t>
            </a:r>
            <a:r>
              <a:rPr lang="es-PR" dirty="0"/>
              <a:t>. </a:t>
            </a:r>
          </a:p>
          <a:p>
            <a:r>
              <a:rPr lang="es-PR" dirty="0" err="1"/>
              <a:t>It</a:t>
            </a:r>
            <a:r>
              <a:rPr lang="es-PR" dirty="0"/>
              <a:t> </a:t>
            </a:r>
            <a:r>
              <a:rPr lang="es-PR" dirty="0" err="1"/>
              <a:t>also</a:t>
            </a:r>
            <a:r>
              <a:rPr lang="es-PR" dirty="0"/>
              <a:t> shows in </a:t>
            </a:r>
            <a:r>
              <a:rPr lang="es-PR" dirty="0" err="1"/>
              <a:t>the</a:t>
            </a:r>
            <a:r>
              <a:rPr lang="es-PR" dirty="0"/>
              <a:t> bottom </a:t>
            </a:r>
            <a:r>
              <a:rPr lang="es-PR" dirty="0" err="1"/>
              <a:t>the</a:t>
            </a:r>
            <a:r>
              <a:rPr lang="es-PR" dirty="0"/>
              <a:t> time bar </a:t>
            </a:r>
            <a:r>
              <a:rPr lang="es-PR" dirty="0" err="1"/>
              <a:t>that</a:t>
            </a:r>
            <a:r>
              <a:rPr lang="es-PR" dirty="0"/>
              <a:t> shows </a:t>
            </a:r>
            <a:r>
              <a:rPr lang="es-PR" dirty="0" err="1"/>
              <a:t>when</a:t>
            </a:r>
            <a:r>
              <a:rPr lang="es-PR" dirty="0"/>
              <a:t> </a:t>
            </a:r>
            <a:r>
              <a:rPr lang="es-PR" dirty="0" err="1"/>
              <a:t>the</a:t>
            </a:r>
            <a:r>
              <a:rPr lang="es-PR" dirty="0"/>
              <a:t> </a:t>
            </a:r>
            <a:r>
              <a:rPr lang="es-PR" dirty="0" err="1"/>
              <a:t>animation</a:t>
            </a:r>
            <a:r>
              <a:rPr lang="es-PR" dirty="0"/>
              <a:t> </a:t>
            </a:r>
            <a:r>
              <a:rPr lang="es-PR" dirty="0" err="1"/>
              <a:t>starts</a:t>
            </a:r>
            <a:r>
              <a:rPr lang="es-PR" dirty="0"/>
              <a:t> and </a:t>
            </a:r>
            <a:r>
              <a:rPr lang="es-PR" dirty="0" err="1"/>
              <a:t>finish</a:t>
            </a:r>
            <a:r>
              <a:rPr lang="es-PR" dirty="0"/>
              <a:t> in </a:t>
            </a:r>
            <a:r>
              <a:rPr lang="es-PR" dirty="0" err="1"/>
              <a:t>seconds</a:t>
            </a:r>
            <a:r>
              <a:rPr lang="es-PR" dirty="0"/>
              <a:t>.</a:t>
            </a:r>
          </a:p>
          <a:p>
            <a:pPr marL="0" indent="0">
              <a:buNone/>
            </a:pPr>
            <a:endParaRPr lang="es-P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F32C5-BE88-B311-B0B4-6D15DF9B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707" y="246490"/>
            <a:ext cx="2711089" cy="558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7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190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Animations and Animation Pane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Candelaria</dc:creator>
  <cp:lastModifiedBy>Mr. Candelaria</cp:lastModifiedBy>
  <cp:revision>1</cp:revision>
  <dcterms:created xsi:type="dcterms:W3CDTF">2025-03-13T11:34:43Z</dcterms:created>
  <dcterms:modified xsi:type="dcterms:W3CDTF">2025-03-13T12:40:25Z</dcterms:modified>
</cp:coreProperties>
</file>